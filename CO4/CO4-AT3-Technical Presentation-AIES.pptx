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91" r:id="rId2"/>
    <p:sldId id="303" r:id="rId3"/>
    <p:sldId id="319" r:id="rId4"/>
    <p:sldId id="320" r:id="rId5"/>
    <p:sldId id="2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AD01FA-8524-4184-9D53-265C598F0B92}" v="20" dt="2026-08-25T07:54:14.90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80" d="100"/>
          <a:sy n="80" d="100"/>
        </p:scale>
        <p:origin x="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NDRA KUMAR REDDY POSAM" userId="05b99bafa46f5d4e" providerId="LiveId" clId="{DB274BB6-42BC-486B-8B9E-FC31AEF4CABD}"/>
    <pc:docChg chg="undo custSel addSld delSld modSld">
      <pc:chgData name="SURENDRA KUMAR REDDY POSAM" userId="05b99bafa46f5d4e" providerId="LiveId" clId="{DB274BB6-42BC-486B-8B9E-FC31AEF4CABD}" dt="2026-08-25T07:54:21.245" v="149" actId="14100"/>
      <pc:docMkLst>
        <pc:docMk/>
      </pc:docMkLst>
      <pc:sldChg chg="del">
        <pc:chgData name="SURENDRA KUMAR REDDY POSAM" userId="05b99bafa46f5d4e" providerId="LiveId" clId="{DB274BB6-42BC-486B-8B9E-FC31AEF4CABD}" dt="2026-08-24T11:34:51.033" v="49" actId="47"/>
        <pc:sldMkLst>
          <pc:docMk/>
          <pc:sldMk cId="0" sldId="260"/>
        </pc:sldMkLst>
      </pc:sldChg>
      <pc:sldChg chg="del">
        <pc:chgData name="SURENDRA KUMAR REDDY POSAM" userId="05b99bafa46f5d4e" providerId="LiveId" clId="{DB274BB6-42BC-486B-8B9E-FC31AEF4CABD}" dt="2026-08-24T11:34:49.979" v="46" actId="47"/>
        <pc:sldMkLst>
          <pc:docMk/>
          <pc:sldMk cId="0" sldId="264"/>
        </pc:sldMkLst>
      </pc:sldChg>
      <pc:sldChg chg="modSp mod">
        <pc:chgData name="SURENDRA KUMAR REDDY POSAM" userId="05b99bafa46f5d4e" providerId="LiveId" clId="{DB274BB6-42BC-486B-8B9E-FC31AEF4CABD}" dt="2026-08-25T07:41:11.732" v="79" actId="207"/>
        <pc:sldMkLst>
          <pc:docMk/>
          <pc:sldMk cId="1993786866" sldId="291"/>
        </pc:sldMkLst>
        <pc:spChg chg="mod">
          <ac:chgData name="SURENDRA KUMAR REDDY POSAM" userId="05b99bafa46f5d4e" providerId="LiveId" clId="{DB274BB6-42BC-486B-8B9E-FC31AEF4CABD}" dt="2026-08-25T07:41:11.732" v="79" actId="207"/>
          <ac:spMkLst>
            <pc:docMk/>
            <pc:sldMk cId="1993786866" sldId="291"/>
            <ac:spMk id="3" creationId="{B4C2FDA0-6F14-95CC-C28D-AFB512F96C1C}"/>
          </ac:spMkLst>
        </pc:spChg>
      </pc:sldChg>
      <pc:sldChg chg="modSp mod">
        <pc:chgData name="SURENDRA KUMAR REDDY POSAM" userId="05b99bafa46f5d4e" providerId="LiveId" clId="{DB274BB6-42BC-486B-8B9E-FC31AEF4CABD}" dt="2026-08-25T07:54:00.895" v="147" actId="1076"/>
        <pc:sldMkLst>
          <pc:docMk/>
          <pc:sldMk cId="3061015147" sldId="292"/>
        </pc:sldMkLst>
        <pc:spChg chg="mod">
          <ac:chgData name="SURENDRA KUMAR REDDY POSAM" userId="05b99bafa46f5d4e" providerId="LiveId" clId="{DB274BB6-42BC-486B-8B9E-FC31AEF4CABD}" dt="2026-08-25T07:46:05.514" v="127" actId="207"/>
          <ac:spMkLst>
            <pc:docMk/>
            <pc:sldMk cId="3061015147" sldId="292"/>
            <ac:spMk id="2" creationId="{A5C7E4B5-1DD7-D612-0FBA-E4531592FF23}"/>
          </ac:spMkLst>
        </pc:spChg>
        <pc:spChg chg="mod">
          <ac:chgData name="SURENDRA KUMAR REDDY POSAM" userId="05b99bafa46f5d4e" providerId="LiveId" clId="{DB274BB6-42BC-486B-8B9E-FC31AEF4CABD}" dt="2026-08-25T07:54:00.895" v="147" actId="1076"/>
          <ac:spMkLst>
            <pc:docMk/>
            <pc:sldMk cId="3061015147" sldId="292"/>
            <ac:spMk id="7" creationId="{DC55EDEB-9CFD-37BC-E911-3A9C73936880}"/>
          </ac:spMkLst>
        </pc:spChg>
      </pc:sldChg>
      <pc:sldChg chg="addSp modSp mod">
        <pc:chgData name="SURENDRA KUMAR REDDY POSAM" userId="05b99bafa46f5d4e" providerId="LiveId" clId="{DB274BB6-42BC-486B-8B9E-FC31AEF4CABD}" dt="2026-08-25T07:48:15.868" v="141" actId="1076"/>
        <pc:sldMkLst>
          <pc:docMk/>
          <pc:sldMk cId="1061651830" sldId="303"/>
        </pc:sldMkLst>
        <pc:spChg chg="mod">
          <ac:chgData name="SURENDRA KUMAR REDDY POSAM" userId="05b99bafa46f5d4e" providerId="LiveId" clId="{DB274BB6-42BC-486B-8B9E-FC31AEF4CABD}" dt="2026-08-25T07:45:50.157" v="124" actId="207"/>
          <ac:spMkLst>
            <pc:docMk/>
            <pc:sldMk cId="1061651830" sldId="303"/>
            <ac:spMk id="2" creationId="{509D06E9-75CB-14C8-713E-595269BA9938}"/>
          </ac:spMkLst>
        </pc:spChg>
        <pc:spChg chg="mod">
          <ac:chgData name="SURENDRA KUMAR REDDY POSAM" userId="05b99bafa46f5d4e" providerId="LiveId" clId="{DB274BB6-42BC-486B-8B9E-FC31AEF4CABD}" dt="2026-08-25T07:48:05.772" v="139" actId="14100"/>
          <ac:spMkLst>
            <pc:docMk/>
            <pc:sldMk cId="1061651830" sldId="303"/>
            <ac:spMk id="3" creationId="{1FFD4534-C93B-AFF1-1C32-AB020A844E6C}"/>
          </ac:spMkLst>
        </pc:spChg>
        <pc:picChg chg="add mod">
          <ac:chgData name="SURENDRA KUMAR REDDY POSAM" userId="05b99bafa46f5d4e" providerId="LiveId" clId="{DB274BB6-42BC-486B-8B9E-FC31AEF4CABD}" dt="2026-08-25T07:48:15.868" v="141" actId="1076"/>
          <ac:picMkLst>
            <pc:docMk/>
            <pc:sldMk cId="1061651830" sldId="303"/>
            <ac:picMk id="7" creationId="{4EE6FAB6-5517-A6EE-0CCC-E17C7DF97011}"/>
          </ac:picMkLst>
        </pc:picChg>
      </pc:sldChg>
      <pc:sldChg chg="del">
        <pc:chgData name="SURENDRA KUMAR REDDY POSAM" userId="05b99bafa46f5d4e" providerId="LiveId" clId="{DB274BB6-42BC-486B-8B9E-FC31AEF4CABD}" dt="2026-08-24T11:34:49.319" v="44" actId="47"/>
        <pc:sldMkLst>
          <pc:docMk/>
          <pc:sldMk cId="1146531495" sldId="306"/>
        </pc:sldMkLst>
      </pc:sldChg>
      <pc:sldChg chg="del">
        <pc:chgData name="SURENDRA KUMAR REDDY POSAM" userId="05b99bafa46f5d4e" providerId="LiveId" clId="{DB274BB6-42BC-486B-8B9E-FC31AEF4CABD}" dt="2026-08-24T11:34:47.857" v="42" actId="47"/>
        <pc:sldMkLst>
          <pc:docMk/>
          <pc:sldMk cId="3374049748" sldId="312"/>
        </pc:sldMkLst>
      </pc:sldChg>
      <pc:sldChg chg="add del">
        <pc:chgData name="SURENDRA KUMAR REDDY POSAM" userId="05b99bafa46f5d4e" providerId="LiveId" clId="{DB274BB6-42BC-486B-8B9E-FC31AEF4CABD}" dt="2026-08-24T11:39:11.950" v="78" actId="47"/>
        <pc:sldMkLst>
          <pc:docMk/>
          <pc:sldMk cId="2863930668" sldId="318"/>
        </pc:sldMkLst>
      </pc:sldChg>
      <pc:sldChg chg="addSp modSp mod">
        <pc:chgData name="SURENDRA KUMAR REDDY POSAM" userId="05b99bafa46f5d4e" providerId="LiveId" clId="{DB274BB6-42BC-486B-8B9E-FC31AEF4CABD}" dt="2026-08-25T07:54:21.245" v="149" actId="14100"/>
        <pc:sldMkLst>
          <pc:docMk/>
          <pc:sldMk cId="1061651830" sldId="319"/>
        </pc:sldMkLst>
        <pc:spChg chg="mod">
          <ac:chgData name="SURENDRA KUMAR REDDY POSAM" userId="05b99bafa46f5d4e" providerId="LiveId" clId="{DB274BB6-42BC-486B-8B9E-FC31AEF4CABD}" dt="2026-08-25T07:54:21.245" v="149" actId="14100"/>
          <ac:spMkLst>
            <pc:docMk/>
            <pc:sldMk cId="1061651830" sldId="319"/>
            <ac:spMk id="2" creationId="{509D06E9-75CB-14C8-713E-595269BA9938}"/>
          </ac:spMkLst>
        </pc:spChg>
        <pc:spChg chg="mod">
          <ac:chgData name="SURENDRA KUMAR REDDY POSAM" userId="05b99bafa46f5d4e" providerId="LiveId" clId="{DB274BB6-42BC-486B-8B9E-FC31AEF4CABD}" dt="2026-08-25T07:42:56.808" v="96" actId="5793"/>
          <ac:spMkLst>
            <pc:docMk/>
            <pc:sldMk cId="1061651830" sldId="319"/>
            <ac:spMk id="3" creationId="{1FFD4534-C93B-AFF1-1C32-AB020A844E6C}"/>
          </ac:spMkLst>
        </pc:spChg>
        <pc:picChg chg="add mod">
          <ac:chgData name="SURENDRA KUMAR REDDY POSAM" userId="05b99bafa46f5d4e" providerId="LiveId" clId="{DB274BB6-42BC-486B-8B9E-FC31AEF4CABD}" dt="2026-08-25T07:49:15.646" v="146" actId="1076"/>
          <ac:picMkLst>
            <pc:docMk/>
            <pc:sldMk cId="1061651830" sldId="319"/>
            <ac:picMk id="6" creationId="{E1FD7F47-3F38-2440-81F4-6627C0CF9A73}"/>
          </ac:picMkLst>
        </pc:picChg>
      </pc:sldChg>
      <pc:sldChg chg="modSp mod">
        <pc:chgData name="SURENDRA KUMAR REDDY POSAM" userId="05b99bafa46f5d4e" providerId="LiveId" clId="{DB274BB6-42BC-486B-8B9E-FC31AEF4CABD}" dt="2026-08-25T07:46:22.511" v="134" actId="27636"/>
        <pc:sldMkLst>
          <pc:docMk/>
          <pc:sldMk cId="1061651830" sldId="320"/>
        </pc:sldMkLst>
        <pc:spChg chg="mod">
          <ac:chgData name="SURENDRA KUMAR REDDY POSAM" userId="05b99bafa46f5d4e" providerId="LiveId" clId="{DB274BB6-42BC-486B-8B9E-FC31AEF4CABD}" dt="2026-08-25T07:46:22.511" v="134" actId="27636"/>
          <ac:spMkLst>
            <pc:docMk/>
            <pc:sldMk cId="1061651830" sldId="320"/>
            <ac:spMk id="2" creationId="{509D06E9-75CB-14C8-713E-595269BA9938}"/>
          </ac:spMkLst>
        </pc:spChg>
        <pc:spChg chg="mod">
          <ac:chgData name="SURENDRA KUMAR REDDY POSAM" userId="05b99bafa46f5d4e" providerId="LiveId" clId="{DB274BB6-42BC-486B-8B9E-FC31AEF4CABD}" dt="2026-08-25T07:43:49.535" v="107" actId="5793"/>
          <ac:spMkLst>
            <pc:docMk/>
            <pc:sldMk cId="1061651830" sldId="320"/>
            <ac:spMk id="3" creationId="{1FFD4534-C93B-AFF1-1C32-AB020A844E6C}"/>
          </ac:spMkLst>
        </pc:spChg>
      </pc:sldChg>
      <pc:sldChg chg="del">
        <pc:chgData name="SURENDRA KUMAR REDDY POSAM" userId="05b99bafa46f5d4e" providerId="LiveId" clId="{DB274BB6-42BC-486B-8B9E-FC31AEF4CABD}" dt="2026-08-24T11:34:51.361" v="50" actId="47"/>
        <pc:sldMkLst>
          <pc:docMk/>
          <pc:sldMk cId="1061651830" sldId="321"/>
        </pc:sldMkLst>
      </pc:sldChg>
      <pc:sldChg chg="del">
        <pc:chgData name="SURENDRA KUMAR REDDY POSAM" userId="05b99bafa46f5d4e" providerId="LiveId" clId="{DB274BB6-42BC-486B-8B9E-FC31AEF4CABD}" dt="2026-08-24T11:34:51.621" v="51" actId="47"/>
        <pc:sldMkLst>
          <pc:docMk/>
          <pc:sldMk cId="1061651830" sldId="322"/>
        </pc:sldMkLst>
      </pc:sldChg>
      <pc:sldChg chg="delSp del mod">
        <pc:chgData name="SURENDRA KUMAR REDDY POSAM" userId="05b99bafa46f5d4e" providerId="LiveId" clId="{DB274BB6-42BC-486B-8B9E-FC31AEF4CABD}" dt="2026-08-24T11:35:01.692" v="55" actId="47"/>
        <pc:sldMkLst>
          <pc:docMk/>
          <pc:sldMk cId="1577964076" sldId="323"/>
        </pc:sldMkLst>
        <pc:picChg chg="del">
          <ac:chgData name="SURENDRA KUMAR REDDY POSAM" userId="05b99bafa46f5d4e" providerId="LiveId" clId="{DB274BB6-42BC-486B-8B9E-FC31AEF4CABD}" dt="2026-08-24T11:29:42.346" v="11" actId="478"/>
          <ac:picMkLst>
            <pc:docMk/>
            <pc:sldMk cId="1577964076" sldId="323"/>
            <ac:picMk id="4" creationId="{0BEFE1EF-B077-E857-A3C2-AF058A977BEB}"/>
          </ac:picMkLst>
        </pc:picChg>
      </pc:sldChg>
      <pc:sldChg chg="del">
        <pc:chgData name="SURENDRA KUMAR REDDY POSAM" userId="05b99bafa46f5d4e" providerId="LiveId" clId="{DB274BB6-42BC-486B-8B9E-FC31AEF4CABD}" dt="2026-08-24T11:34:48.930" v="43" actId="47"/>
        <pc:sldMkLst>
          <pc:docMk/>
          <pc:sldMk cId="413471534" sldId="324"/>
        </pc:sldMkLst>
      </pc:sldChg>
      <pc:sldChg chg="del">
        <pc:chgData name="SURENDRA KUMAR REDDY POSAM" userId="05b99bafa46f5d4e" providerId="LiveId" clId="{DB274BB6-42BC-486B-8B9E-FC31AEF4CABD}" dt="2026-08-24T11:34:49.649" v="45" actId="47"/>
        <pc:sldMkLst>
          <pc:docMk/>
          <pc:sldMk cId="3050393676" sldId="325"/>
        </pc:sldMkLst>
      </pc:sldChg>
      <pc:sldChg chg="del">
        <pc:chgData name="SURENDRA KUMAR REDDY POSAM" userId="05b99bafa46f5d4e" providerId="LiveId" clId="{DB274BB6-42BC-486B-8B9E-FC31AEF4CABD}" dt="2026-08-24T11:34:50.337" v="47" actId="47"/>
        <pc:sldMkLst>
          <pc:docMk/>
          <pc:sldMk cId="496359033" sldId="326"/>
        </pc:sldMkLst>
      </pc:sldChg>
      <pc:sldChg chg="del">
        <pc:chgData name="SURENDRA KUMAR REDDY POSAM" userId="05b99bafa46f5d4e" providerId="LiveId" clId="{DB274BB6-42BC-486B-8B9E-FC31AEF4CABD}" dt="2026-08-24T11:34:50.709" v="48" actId="47"/>
        <pc:sldMkLst>
          <pc:docMk/>
          <pc:sldMk cId="2376790522" sldId="327"/>
        </pc:sldMkLst>
      </pc:sldChg>
      <pc:sldChg chg="addSp delSp modSp add del mod">
        <pc:chgData name="SURENDRA KUMAR REDDY POSAM" userId="05b99bafa46f5d4e" providerId="LiveId" clId="{DB274BB6-42BC-486B-8B9E-FC31AEF4CABD}" dt="2026-08-25T07:45:37.184" v="121" actId="47"/>
        <pc:sldMkLst>
          <pc:docMk/>
          <pc:sldMk cId="2059783383" sldId="328"/>
        </pc:sldMkLst>
        <pc:spChg chg="mod">
          <ac:chgData name="SURENDRA KUMAR REDDY POSAM" userId="05b99bafa46f5d4e" providerId="LiveId" clId="{DB274BB6-42BC-486B-8B9E-FC31AEF4CABD}" dt="2026-08-24T11:30:11.922" v="16"/>
          <ac:spMkLst>
            <pc:docMk/>
            <pc:sldMk cId="2059783383" sldId="328"/>
            <ac:spMk id="2" creationId="{E332FF19-06E9-3FB8-B5B4-E745E361235E}"/>
          </ac:spMkLst>
        </pc:spChg>
        <pc:spChg chg="del">
          <ac:chgData name="SURENDRA KUMAR REDDY POSAM" userId="05b99bafa46f5d4e" providerId="LiveId" clId="{DB274BB6-42BC-486B-8B9E-FC31AEF4CABD}" dt="2026-08-24T11:30:26.506" v="18" actId="478"/>
          <ac:spMkLst>
            <pc:docMk/>
            <pc:sldMk cId="2059783383" sldId="328"/>
            <ac:spMk id="7" creationId="{65CBB216-36A0-0309-E724-70DB8A2C503C}"/>
          </ac:spMkLst>
        </pc:spChg>
        <pc:graphicFrameChg chg="add mod modGraphic">
          <ac:chgData name="SURENDRA KUMAR REDDY POSAM" userId="05b99bafa46f5d4e" providerId="LiveId" clId="{DB274BB6-42BC-486B-8B9E-FC31AEF4CABD}" dt="2026-08-24T11:31:12.295" v="27" actId="113"/>
          <ac:graphicFrameMkLst>
            <pc:docMk/>
            <pc:sldMk cId="2059783383" sldId="328"/>
            <ac:graphicFrameMk id="3" creationId="{4FEC5BF9-2154-6877-95BF-B0586DD433D9}"/>
          </ac:graphicFrameMkLst>
        </pc:graphicFrameChg>
      </pc:sldChg>
      <pc:sldChg chg="addSp delSp modSp add del mod">
        <pc:chgData name="SURENDRA KUMAR REDDY POSAM" userId="05b99bafa46f5d4e" providerId="LiveId" clId="{DB274BB6-42BC-486B-8B9E-FC31AEF4CABD}" dt="2026-08-25T07:45:39.203" v="122" actId="47"/>
        <pc:sldMkLst>
          <pc:docMk/>
          <pc:sldMk cId="469755435" sldId="329"/>
        </pc:sldMkLst>
        <pc:spChg chg="mod">
          <ac:chgData name="SURENDRA KUMAR REDDY POSAM" userId="05b99bafa46f5d4e" providerId="LiveId" clId="{DB274BB6-42BC-486B-8B9E-FC31AEF4CABD}" dt="2026-08-24T11:32:37.740" v="32" actId="113"/>
          <ac:spMkLst>
            <pc:docMk/>
            <pc:sldMk cId="469755435" sldId="329"/>
            <ac:spMk id="2" creationId="{411BEB4C-2F27-96AB-A673-00ED8F1A155B}"/>
          </ac:spMkLst>
        </pc:spChg>
        <pc:spChg chg="add mod">
          <ac:chgData name="SURENDRA KUMAR REDDY POSAM" userId="05b99bafa46f5d4e" providerId="LiveId" clId="{DB274BB6-42BC-486B-8B9E-FC31AEF4CABD}" dt="2026-08-24T11:34:41.597" v="41" actId="12"/>
          <ac:spMkLst>
            <pc:docMk/>
            <pc:sldMk cId="469755435" sldId="329"/>
            <ac:spMk id="5" creationId="{DDB2B057-1C4C-8975-9A63-DA586EC8F5F0}"/>
          </ac:spMkLst>
        </pc:spChg>
        <pc:graphicFrameChg chg="del">
          <ac:chgData name="SURENDRA KUMAR REDDY POSAM" userId="05b99bafa46f5d4e" providerId="LiveId" clId="{DB274BB6-42BC-486B-8B9E-FC31AEF4CABD}" dt="2026-08-24T11:32:43.919" v="33" actId="478"/>
          <ac:graphicFrameMkLst>
            <pc:docMk/>
            <pc:sldMk cId="469755435" sldId="329"/>
            <ac:graphicFrameMk id="3" creationId="{0C9FC8E6-6BE9-8616-6DF5-44F6B4ED4ACA}"/>
          </ac:graphicFrameMkLst>
        </pc:graphicFrameChg>
      </pc:sldChg>
      <pc:sldChg chg="modSp add del mod">
        <pc:chgData name="SURENDRA KUMAR REDDY POSAM" userId="05b99bafa46f5d4e" providerId="LiveId" clId="{DB274BB6-42BC-486B-8B9E-FC31AEF4CABD}" dt="2026-08-25T07:45:40.582" v="123" actId="47"/>
        <pc:sldMkLst>
          <pc:docMk/>
          <pc:sldMk cId="4065171570" sldId="330"/>
        </pc:sldMkLst>
        <pc:spChg chg="mod">
          <ac:chgData name="SURENDRA KUMAR REDDY POSAM" userId="05b99bafa46f5d4e" providerId="LiveId" clId="{DB274BB6-42BC-486B-8B9E-FC31AEF4CABD}" dt="2026-08-24T11:35:57.739" v="65" actId="20577"/>
          <ac:spMkLst>
            <pc:docMk/>
            <pc:sldMk cId="4065171570" sldId="330"/>
            <ac:spMk id="2" creationId="{181FA829-9056-3F8D-1056-056DDDD3A75F}"/>
          </ac:spMkLst>
        </pc:spChg>
        <pc:spChg chg="mod">
          <ac:chgData name="SURENDRA KUMAR REDDY POSAM" userId="05b99bafa46f5d4e" providerId="LiveId" clId="{DB274BB6-42BC-486B-8B9E-FC31AEF4CABD}" dt="2026-08-24T11:36:51.211" v="73" actId="313"/>
          <ac:spMkLst>
            <pc:docMk/>
            <pc:sldMk cId="4065171570" sldId="330"/>
            <ac:spMk id="5" creationId="{B8BDF95E-3C8D-8005-E0BF-CDCE6529F9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100EE-E4F3-4324-879C-EC1368065B3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28E6-63EA-4FD2-ADCE-A1CA96953001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9916-65AA-4FD6-8FAE-703ED2911D1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B466D-DF49-4BD8-9CC9-80BA3A154F8F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F650-2322-45B7-A74F-548BE2DDEAE1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72CE-AF51-4DDA-BF2D-C5282CDA38D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5DE2-28D4-4DC3-9E09-8E7414EBA005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4134-819B-4685-9035-C4A7A62A0712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15D0-7EB7-40CF-83DF-09EE3E188D31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5703-4D68-4F77-B787-7C136449F3D3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C16EE-20EA-46A4-B115-8F7E6E2BB8E2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69BA2-FF0C-4318-94F4-25A865A650E2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83" y="1589062"/>
            <a:ext cx="10874925" cy="1938992"/>
          </a:xfrm>
        </p:spPr>
        <p:txBody>
          <a:bodyPr>
            <a:normAutofit/>
          </a:bodyPr>
          <a:lstStyle/>
          <a:p>
            <a:pPr algn="ctr" fontAlgn="b"/>
            <a:r>
              <a:rPr lang="en-IN" sz="3400" b="1" dirty="0">
                <a:solidFill>
                  <a:srgbClr val="FF0000"/>
                </a:solidFill>
                <a:latin typeface="Times New Roman"/>
                <a:cs typeface="Times New Roman"/>
              </a:rPr>
              <a:t>TURBIDITY SENSOR</a:t>
            </a:r>
            <a:br>
              <a:rPr lang="en-IN" sz="3400" b="1" dirty="0">
                <a:latin typeface="Times New Roman"/>
                <a:cs typeface="Times New Roman"/>
              </a:rPr>
            </a:br>
            <a:br>
              <a:rPr lang="en-IN" sz="3400" b="1" dirty="0">
                <a:latin typeface="Times New Roman"/>
                <a:cs typeface="Times New Roman"/>
              </a:rPr>
            </a:br>
            <a:r>
              <a:rPr lang="en-IN" sz="3400" b="1" dirty="0">
                <a:latin typeface="Times New Roman"/>
                <a:cs typeface="Times New Roman"/>
              </a:rPr>
              <a:t>MLA0104-AIES</a:t>
            </a: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293915" y="4782511"/>
            <a:ext cx="538352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DR.PRAKASH MATHIALAGAN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5994946" y="4782511"/>
            <a:ext cx="648598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SURENDRA KUMAR REDDY(192425224)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207F5-367E-D7CB-B2C8-B3E203E4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4534-C93B-AFF1-1C32-AB020A84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766" y="1910517"/>
            <a:ext cx="7899463" cy="3862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Turbidity means the cloudiness of water.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caused by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dirt, mud, algae, and other suspended particles.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water has low turbidity.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Cloudy or dirty water has high turbidity.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turbidity sensor measures the cloudiness of water.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FAB6-5517-A6EE-0CCC-E17C7DF97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826" y="1910517"/>
            <a:ext cx="3252107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934" y="215227"/>
            <a:ext cx="9053269" cy="1082894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TURBIDITY SENSOR: IMAGE &amp; COMPONENTS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207F5-367E-D7CB-B2C8-B3E203E4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4534-C93B-AFF1-1C32-AB020A84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765" y="1746004"/>
            <a:ext cx="11573499" cy="4828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Source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light through the water sample.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Sample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suspended particles that affect the light.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Photodetector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the transmitted or scattered light.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Circuit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detected light into an electrical signal.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OUT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continuous signal based on the turbidity level.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OUT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HIGH/LOW signal when turbidity crosses a preset level.</a:t>
            </a:r>
          </a:p>
        </p:txBody>
      </p:sp>
      <p:pic>
        <p:nvPicPr>
          <p:cNvPr id="6" name="Picture 5" descr="Product image 1 of 1">
            <a:extLst>
              <a:ext uri="{FF2B5EF4-FFF2-40B4-BE49-F238E27FC236}">
                <a16:creationId xmlns:a16="http://schemas.microsoft.com/office/drawing/2014/main" id="{E1FD7F47-3F38-2440-81F4-6627C0CF9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621" y="1746004"/>
            <a:ext cx="5017643" cy="427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187" y="215227"/>
            <a:ext cx="8964384" cy="8382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 COMPONENTS WORK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3207F5-367E-D7CB-B2C8-B3E203E4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4534-C93B-AFF1-1C32-AB020A844E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0766" y="2164804"/>
            <a:ext cx="10053438" cy="3991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→ Light Source → Particles → Photodetector → Output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is sent through the water sample.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Suspended particles scatter the light.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photodetector detects the change in light intensity.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sensor converts this change into an electrical signal.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indicates the turbidity level of the water.</a:t>
            </a:r>
          </a:p>
        </p:txBody>
      </p:sp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186411" y="352322"/>
            <a:ext cx="958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E903E5-3FD0-8094-473B-C7AB0DF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5EDEB-9CFD-37BC-E911-3A9C73936880}"/>
              </a:ext>
            </a:extLst>
          </p:cNvPr>
          <p:cNvSpPr txBox="1"/>
          <p:nvPr/>
        </p:nvSpPr>
        <p:spPr>
          <a:xfrm>
            <a:off x="223157" y="1751349"/>
            <a:ext cx="11968843" cy="4471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it Used?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Drinking Water Monitoring</a:t>
            </a:r>
            <a:r>
              <a:rPr lang="en-IN" sz="2400" dirty="0"/>
              <a:t> – Checks the clarity and quality of drinking water.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Water Treatment Plants</a:t>
            </a:r>
            <a:r>
              <a:rPr lang="en-IN" sz="2400" dirty="0"/>
              <a:t> – Monitors turbidity during the water purification process.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Rivers and Lakes</a:t>
            </a:r>
            <a:r>
              <a:rPr lang="en-IN" sz="2400" dirty="0"/>
              <a:t> – Detects changes in the quality of natural water sources.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Aquaculture</a:t>
            </a:r>
            <a:r>
              <a:rPr lang="en-IN" sz="2400" dirty="0"/>
              <a:t> – Helps maintain suitable water conditions for fish and aquatic life.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Industrial Wastewater</a:t>
            </a:r>
            <a:r>
              <a:rPr lang="en-IN" sz="2400" dirty="0"/>
              <a:t> – Monitors suspended particles in wastewater before discharge.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 </a:t>
            </a:r>
            <a:r>
              <a:rPr lang="en-IN" sz="2400" b="1" dirty="0"/>
              <a:t>Environmental Monitoring</a:t>
            </a:r>
            <a:r>
              <a:rPr lang="en-IN" sz="2400" dirty="0"/>
              <a:t> – Supports continuous monitoring of water quality.</a:t>
            </a:r>
          </a:p>
        </p:txBody>
      </p:sp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478</TotalTime>
  <Words>287</Words>
  <Application>Microsoft Office PowerPoint</Application>
  <PresentationFormat>Widescreen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Raleway</vt:lpstr>
      <vt:lpstr>Times New Roman</vt:lpstr>
      <vt:lpstr>VT323</vt:lpstr>
      <vt:lpstr>Wingdings</vt:lpstr>
      <vt:lpstr>Office Theme</vt:lpstr>
      <vt:lpstr>TURBIDITY SENSOR  MLA0104-AIES</vt:lpstr>
      <vt:lpstr>INTRODUCTION</vt:lpstr>
      <vt:lpstr>TURBIDITY SENSOR: IMAGE &amp; COMPONENTS</vt:lpstr>
      <vt:lpstr>HOW THE COMPONENTS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SURENDRA KUMAR REDDY POSAM</cp:lastModifiedBy>
  <cp:revision>14</cp:revision>
  <dcterms:created xsi:type="dcterms:W3CDTF">2025-11-04T04:14:07Z</dcterms:created>
  <dcterms:modified xsi:type="dcterms:W3CDTF">2026-08-25T07:54:21Z</dcterms:modified>
</cp:coreProperties>
</file>